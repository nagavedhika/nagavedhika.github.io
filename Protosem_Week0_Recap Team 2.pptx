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28" y="-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0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32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822960" y="-1005840"/>
            <a:ext cx="2468880" cy="246888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120640" y="5806440"/>
            <a:ext cx="1234440" cy="1234440"/>
          </a:xfrm>
          <a:prstGeom prst="ellipse">
            <a:avLst/>
          </a:prstGeom>
          <a:solidFill>
            <a:srgbClr val="F9E795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903720" y="6172200"/>
            <a:ext cx="502920" cy="502920"/>
          </a:xfrm>
          <a:prstGeom prst="ellipse">
            <a:avLst/>
          </a:prstGeom>
          <a:solidFill>
            <a:srgbClr val="F96167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PROTOSEM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Week Recap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 of introductions, games, talks, and team spirit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kicked off our journey together.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49740" y="2980030"/>
            <a:ext cx="1005840" cy="623621"/>
          </a:xfrm>
          <a:prstGeom prst="roundRect">
            <a:avLst>
              <a:gd name="adj" fmla="val 7331"/>
            </a:avLst>
          </a:prstGeom>
          <a:solidFill>
            <a:srgbClr val="2F3C7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81164" y="3120344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92440" y="371337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Group Photo Here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7A3F65-2820-A42B-8B3B-BF6B714D2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988" y="1795841"/>
            <a:ext cx="6457025" cy="36320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0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all four days before we dive 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80894" cy="4251960"/>
          </a:xfrm>
          <a:prstGeom prst="roundRect">
            <a:avLst>
              <a:gd name="adj" fmla="val 4252"/>
            </a:avLst>
          </a:prstGeom>
          <a:solidFill>
            <a:srgbClr val="F2F3FA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224028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20688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3044952"/>
            <a:ext cx="20688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Icebreakers &amp;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04672" y="4050792"/>
            <a:ext cx="212369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&amp; class intro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Paper Scissor game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5566" y="1965960"/>
            <a:ext cx="2580894" cy="4251960"/>
          </a:xfrm>
          <a:prstGeom prst="roundRect">
            <a:avLst>
              <a:gd name="adj" fmla="val 4252"/>
            </a:avLst>
          </a:prstGeom>
          <a:solidFill>
            <a:srgbClr val="FFF3EE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41598" y="22402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41598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1598" y="2834640"/>
            <a:ext cx="20688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41598" y="3044952"/>
            <a:ext cx="20688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41598" y="4050792"/>
            <a:ext cx="212369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session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16Personalities test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story presentation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22492" y="1965960"/>
            <a:ext cx="2580894" cy="4251960"/>
          </a:xfrm>
          <a:prstGeom prst="roundRect">
            <a:avLst>
              <a:gd name="adj" fmla="val 4252"/>
            </a:avLst>
          </a:prstGeom>
          <a:solidFill>
            <a:srgbClr val="F2F3FA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78524" y="224028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78524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78524" y="2834640"/>
            <a:ext cx="20688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78524" y="3044952"/>
            <a:ext cx="20688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Stories, Talks &amp;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Games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78524" y="4050792"/>
            <a:ext cx="212369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presentations continue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 TechTalk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Imposter, Challenge &amp;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Marshmello games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9418" y="1965960"/>
            <a:ext cx="2580894" cy="4251960"/>
          </a:xfrm>
          <a:prstGeom prst="roundRect">
            <a:avLst>
              <a:gd name="adj" fmla="val 4252"/>
            </a:avLst>
          </a:prstGeom>
          <a:solidFill>
            <a:srgbClr val="FFF3EE"/>
          </a:solidFill>
          <a:ln/>
          <a:effectLst>
            <a:outerShdw blurRad="76200" dist="25400" dir="5400000" algn="bl" rotWithShape="0">
              <a:srgbClr val="3A3A3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315450" y="224028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31545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15450" y="2834640"/>
            <a:ext cx="20688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15450" y="3044952"/>
            <a:ext cx="206883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&amp;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315450" y="4050792"/>
            <a:ext cx="212369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TechTalk: Art of Prompting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by Hema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briefing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Inauguration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Icebreakers &amp; Introductions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know each other, the fun way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</a:rPr>
              <a:t>Introduction by RAM &amp; MEERA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introduced themselves and the class got a first look at how Protosem would run — people, purpose, and expectations for the weeks ahead.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 Paper Scissor Game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417880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high-energy elimination tournament that broke the ice fast, got everyone laughing, and turned strangers into teammates within minutes.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15404" y="3691844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60920" y="428487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Day 1 Photos Here</a:t>
            </a:r>
            <a:endParaRPr lang="en-US" sz="1200" dirty="0"/>
          </a:p>
        </p:txBody>
      </p:sp>
      <p:pic>
        <p:nvPicPr>
          <p:cNvPr id="17" name="Picture 16" descr="introduce ur self - Meme by mody.zone :) Memedroid">
            <a:extLst>
              <a:ext uri="{FF2B5EF4-FFF2-40B4-BE49-F238E27FC236}">
                <a16:creationId xmlns:a16="http://schemas.microsoft.com/office/drawing/2014/main" id="{58260528-6732-D83B-3354-E9116615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80" y="322897"/>
            <a:ext cx="4381500" cy="28289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737C35-B742-A46F-2A13-7D379102B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262" y="3471862"/>
            <a:ext cx="4605823" cy="28447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Present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professional presence and sharing our stories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51960" cy="4617720"/>
          </a:xfrm>
          <a:prstGeom prst="roundRect">
            <a:avLst>
              <a:gd name="adj" fmla="val 3011"/>
            </a:avLst>
          </a:prstGeom>
          <a:solidFill>
            <a:srgbClr val="F2F3FA"/>
          </a:solidFill>
          <a:ln w="15875">
            <a:solidFill>
              <a:srgbClr val="2F3C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171700" y="3551530"/>
            <a:ext cx="1005840" cy="623621"/>
          </a:xfrm>
          <a:prstGeom prst="roundRect">
            <a:avLst>
              <a:gd name="adj" fmla="val 7331"/>
            </a:avLst>
          </a:prstGeom>
          <a:solidFill>
            <a:srgbClr val="2F3C7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503124" y="3691844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428487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Day 2 Photos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66360" y="16916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66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24728" y="1645920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Session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824728" y="2039112"/>
            <a:ext cx="5696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on building a strong LinkedIn profile — setting the stage for professional networking.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66360" y="322783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663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24728" y="3182112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16Personalities Test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824728" y="3575304"/>
            <a:ext cx="5696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took the 16Personalities assessment to better understand their own working and communication styles.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4764024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6636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24728" y="4718304"/>
            <a:ext cx="5696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Story Presentation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824728" y="5111496"/>
            <a:ext cx="5696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kicked off their short story presentations, sharing creativity and public speaking skills with the group.</a:t>
            </a:r>
            <a:endParaRPr lang="en-US" sz="1150" dirty="0"/>
          </a:p>
        </p:txBody>
      </p:sp>
      <p:pic>
        <p:nvPicPr>
          <p:cNvPr id="21" name="Picture 20" descr="Seeing a few more versions of the dog LinkedIn meme (amazing!) and thought cats deserved some love as well. | David Shipley">
            <a:extLst>
              <a:ext uri="{FF2B5EF4-FFF2-40B4-BE49-F238E27FC236}">
                <a16:creationId xmlns:a16="http://schemas.microsoft.com/office/drawing/2014/main" id="{408C07FF-EDC9-FCDE-6406-44B6F7E0C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86" y="1660480"/>
            <a:ext cx="4785953" cy="4935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THREE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Stories, Talks &amp; Team Games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busiest day — presentations, tech talk, and non-stop games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85816" cy="1417320"/>
          </a:xfrm>
          <a:prstGeom prst="roundRect">
            <a:avLst>
              <a:gd name="adj" fmla="val 6452"/>
            </a:avLst>
          </a:prstGeom>
          <a:solidFill>
            <a:srgbClr val="F2F3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4980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54496" y="1965960"/>
            <a:ext cx="5385816" cy="1417320"/>
          </a:xfrm>
          <a:prstGeom prst="roundRect">
            <a:avLst>
              <a:gd name="adj" fmla="val 6452"/>
            </a:avLst>
          </a:prstGeom>
          <a:solidFill>
            <a:srgbClr val="F2F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55664" y="2167128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55664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31736" y="2093976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ITEC TechTalk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31736" y="2468880"/>
            <a:ext cx="4425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insightful tech talk session hosted by ITEC.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5385816" cy="1417320"/>
          </a:xfrm>
          <a:prstGeom prst="roundRect">
            <a:avLst>
              <a:gd name="adj" fmla="val 6452"/>
            </a:avLst>
          </a:prstGeom>
          <a:solidFill>
            <a:srgbClr val="F2F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49808" y="384048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767328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Imposter Team Game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4142232"/>
            <a:ext cx="4425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team-based social deduction game that tested trust and teamwork.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54496" y="3639312"/>
            <a:ext cx="5385816" cy="1417320"/>
          </a:xfrm>
          <a:prstGeom prst="roundRect">
            <a:avLst>
              <a:gd name="adj" fmla="val 6452"/>
            </a:avLst>
          </a:prstGeom>
          <a:solidFill>
            <a:srgbClr val="F2F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55664" y="3840480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55664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31736" y="3767328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Game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31736" y="4142232"/>
            <a:ext cx="4425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fast-paced challenge that pushed teams to think on their feet.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12664"/>
            <a:ext cx="5385816" cy="1417320"/>
          </a:xfrm>
          <a:prstGeom prst="roundRect">
            <a:avLst>
              <a:gd name="adj" fmla="val 6452"/>
            </a:avLst>
          </a:prstGeom>
          <a:solidFill>
            <a:srgbClr val="F2F3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49808" y="5513832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9808" y="5513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40680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Marshmello Game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325880" y="5815584"/>
            <a:ext cx="4425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building challenge that had teams racing the clock.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5312664"/>
            <a:ext cx="5385816" cy="1417320"/>
          </a:xfrm>
          <a:prstGeom prst="roundRect">
            <a:avLst>
              <a:gd name="adj" fmla="val 9032"/>
            </a:avLst>
          </a:prstGeom>
          <a:solidFill>
            <a:srgbClr val="F2F3FA"/>
          </a:solidFill>
          <a:ln w="15875">
            <a:solidFill>
              <a:srgbClr val="2F3C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4484" y="5572354"/>
            <a:ext cx="1005840" cy="623621"/>
          </a:xfrm>
          <a:prstGeom prst="roundRect">
            <a:avLst>
              <a:gd name="adj" fmla="val 7331"/>
            </a:avLst>
          </a:prstGeom>
          <a:solidFill>
            <a:srgbClr val="2F3C7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775908" y="5712668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54496" y="6305702"/>
            <a:ext cx="5385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Day 3 Photo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ED43938-5F25-7489-788C-26409223B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5184648"/>
            <a:ext cx="5385816" cy="167335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65BCDDB-9F20-65F3-EB9A-535B9CB0DD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000" b="13467"/>
          <a:stretch>
            <a:fillRect/>
          </a:stretch>
        </p:blipFill>
        <p:spPr>
          <a:xfrm>
            <a:off x="419244" y="1691640"/>
            <a:ext cx="5652372" cy="1797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FOUR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&amp; Launch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orientation and officially kicking things off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TechTalk: The Art of Prompting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249424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tech talk on prompt engineering — how to communicate effectively with AI tools.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044952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Session by Hema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19856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orientation session led by Hema, covering everything participants needed to know going forward.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1538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Leaderboard Instructions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590288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how the leaderboard works and how points would be tracked through the program.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43153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5385816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Inauguration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7607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Protosem was officially inaugurated, marking the formal start of the program.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69684" y="3691844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7582D22-446D-D61B-6506-04130FFB7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47" y="170078"/>
            <a:ext cx="3888213" cy="31430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E7B0AA-E969-4F61-B2BF-7A4FBC295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147" y="3563917"/>
            <a:ext cx="3965274" cy="2973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480560"/>
            <a:ext cx="3840480" cy="3840480"/>
          </a:xfrm>
          <a:prstGeom prst="ellipse">
            <a:avLst/>
          </a:prstGeom>
          <a:solidFill>
            <a:srgbClr val="232C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149840" y="5120640"/>
            <a:ext cx="2468880" cy="246888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E795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36006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WEEK 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to Week 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everyone who introduced, presented, played,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showed up for a great start to Protosem.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3200400" cy="1920240"/>
          </a:xfrm>
          <a:prstGeom prst="roundRect">
            <a:avLst>
              <a:gd name="adj" fmla="val 6667"/>
            </a:avLst>
          </a:prstGeom>
          <a:solidFill>
            <a:srgbClr val="F2F3FA"/>
          </a:solidFill>
          <a:ln w="15875">
            <a:solidFill>
              <a:srgbClr val="2F3C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20240" y="5220310"/>
            <a:ext cx="1005840" cy="623621"/>
          </a:xfrm>
          <a:prstGeom prst="roundRect">
            <a:avLst>
              <a:gd name="adj" fmla="val 7331"/>
            </a:avLst>
          </a:prstGeom>
          <a:solidFill>
            <a:srgbClr val="2F3C7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51664" y="5360624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595365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4709160"/>
            <a:ext cx="3200400" cy="1920240"/>
          </a:xfrm>
          <a:prstGeom prst="roundRect">
            <a:avLst>
              <a:gd name="adj" fmla="val 6667"/>
            </a:avLst>
          </a:prstGeom>
          <a:solidFill>
            <a:srgbClr val="F2F3FA"/>
          </a:solidFill>
          <a:ln w="15875">
            <a:solidFill>
              <a:srgbClr val="2F3C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94960" y="5220310"/>
            <a:ext cx="1005840" cy="623621"/>
          </a:xfrm>
          <a:prstGeom prst="roundRect">
            <a:avLst>
              <a:gd name="adj" fmla="val 7331"/>
            </a:avLst>
          </a:prstGeom>
          <a:solidFill>
            <a:srgbClr val="2F3C7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26384" y="5360624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97680" y="595365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4709160"/>
            <a:ext cx="3200400" cy="1920240"/>
          </a:xfrm>
          <a:prstGeom prst="roundRect">
            <a:avLst>
              <a:gd name="adj" fmla="val 6667"/>
            </a:avLst>
          </a:prstGeom>
          <a:solidFill>
            <a:srgbClr val="F2F3FA"/>
          </a:solidFill>
          <a:ln w="15875">
            <a:solidFill>
              <a:srgbClr val="2F3C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869680" y="5220310"/>
            <a:ext cx="1005840" cy="623621"/>
          </a:xfrm>
          <a:prstGeom prst="roundRect">
            <a:avLst>
              <a:gd name="adj" fmla="val 7331"/>
            </a:avLst>
          </a:prstGeom>
          <a:solidFill>
            <a:srgbClr val="2F3C7E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201104" y="5360624"/>
            <a:ext cx="342991" cy="342991"/>
          </a:xfrm>
          <a:prstGeom prst="ellipse">
            <a:avLst/>
          </a:prstGeom>
          <a:solidFill>
            <a:srgbClr val="FAFAFA"/>
          </a:solidFill>
          <a:ln w="12700">
            <a:solidFill>
              <a:srgbClr val="2F3C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0" y="595365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B0B441-17D8-FD38-5C59-43B5143D8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09160"/>
            <a:ext cx="3303224" cy="19378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DCDF6B-6EDE-7B1C-881B-E0D9D13FD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720" y="4709159"/>
            <a:ext cx="3303224" cy="19938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7430101-B790-6800-E725-6C5F61E112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403" b="17066"/>
          <a:stretch>
            <a:fillRect/>
          </a:stretch>
        </p:blipFill>
        <p:spPr>
          <a:xfrm>
            <a:off x="7731274" y="4709159"/>
            <a:ext cx="3303224" cy="19378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917143D-E8B0-C2C0-630D-E7CA3868A2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333" b="32934"/>
          <a:stretch>
            <a:fillRect/>
          </a:stretch>
        </p:blipFill>
        <p:spPr>
          <a:xfrm>
            <a:off x="5040676" y="1348183"/>
            <a:ext cx="3303224" cy="21956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ED30CA5-8694-EEAE-2AC1-0A5C9D5B2A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1298637"/>
            <a:ext cx="3303224" cy="2174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481</Words>
  <Application>Microsoft Office PowerPoint</Application>
  <PresentationFormat>Widescreen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Badri U</cp:lastModifiedBy>
  <cp:revision>3</cp:revision>
  <dcterms:created xsi:type="dcterms:W3CDTF">2026-08-21T07:18:26Z</dcterms:created>
  <dcterms:modified xsi:type="dcterms:W3CDTF">2026-08-21T08:48:22Z</dcterms:modified>
</cp:coreProperties>
</file>